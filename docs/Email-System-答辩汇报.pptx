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9144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800" b="1">
                <a:solidFill>
                  <a:srgbClr val="FFFFFF"/>
                </a:solidFill>
                <a:latin typeface="Microsoft YaHei"/>
              </a:defRPr>
            </a:pPr>
            <a:r>
              <a:t>电子邮件系统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D948B"/>
                </a:solidFill>
                <a:latin typeface="Microsoft YaHei"/>
              </a:defRPr>
            </a:pPr>
            <a:r>
              <a:t>Email System — 全栈智能邮件管理平台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700" b="0">
                <a:solidFill>
                  <a:srgbClr val="94A3B8"/>
                </a:solidFill>
                <a:latin typeface="Microsoft YaHei"/>
              </a:defRPr>
            </a:pPr>
            <a:r>
              <a:t>前后端分离架构 · SMTP/IMAP 真实收发 · AI 智能分析 · 安全纵深防御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2000" b="1">
                <a:solidFill>
                  <a:srgbClr val="F59E0B"/>
                </a:solidFill>
                <a:latin typeface="Microsoft YaHei"/>
              </a:defRPr>
            </a:pPr>
            <a:r>
              <a:t>毕业设计答辩汇报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2026 年 7 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303520"/>
            <a:ext cx="128016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5303520"/>
            <a:ext cx="128016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Spring Boot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5303520"/>
            <a:ext cx="128016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MySQL 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5303520"/>
            <a:ext cx="128016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Redis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5303520"/>
            <a:ext cx="128016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Docker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5303520"/>
            <a:ext cx="128016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Python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Project Overview — 我们要解决什么问题？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4572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🎯 项目定位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全栈自研电子邮件管理系统，非第三方邮件客户端封装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49424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基于标准 SMTP/IMAP 协议实现真实的邮件收发闭环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87168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集成 AI 智能分析引擎：垃圾检测 + 优先级 + 风险识别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24912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面向个人及小团队，注重安全性与可部署性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962656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线上已部署运行: https://panel.x12w.com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554480"/>
            <a:ext cx="51206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554480"/>
            <a:ext cx="45720" cy="2286000"/>
          </a:xfrm>
          <a:prstGeom prst="rect">
            <a:avLst/>
          </a:prstGeom>
          <a:solidFill>
            <a:srgbClr val="0D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🏆 核心成果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011680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后端 53 个 Java 类，前端 10 个组件/模块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249424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数据库 14 张表完整设计 (MySQL + Flyway 迁移)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487168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Git 50+ 次提交，完整的功能迭代记录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724912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支持 Gmail / QQ / Outlook / 163 等主流邮箱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962656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Docker Compose 一键部署 + Let's Encrypt HTTPS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11480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114800"/>
            <a:ext cx="45720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06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🛠 技术选型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572000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前端: Vue 3 + TypeScript + Vite + Element Plus + Pinia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809744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后端: Spring Boot 3 + Spring Security + JWT + MyBatis-Plus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047488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数据: MySQL 8.0 + Redis 7 + MinIO 对象存储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285232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AI: Python 原生插件 (.so) + JNI 调用 + 超时熔断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114800"/>
            <a:ext cx="51206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4114800"/>
            <a:ext cx="4572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206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🚀 部署运维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572000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Docker Compose 管理 7 个容器服务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809744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Nginx 反向代理 + SSL 证书自动续期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5047488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健康检查 / 登录限流 / 审计日志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5285232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./scripts/deploy.sh 一键部署脚本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System Architecture — 六层架构设计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219456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展示层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00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Vue 3 SPA · TypeScript · Element Plus · Pinia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响应式布局 · Dark Mode · 路由守卫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21945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59152"/>
            <a:ext cx="2194560" cy="685800"/>
          </a:xfrm>
          <a:prstGeom prst="rect">
            <a:avLst/>
          </a:prstGeom>
          <a:solidFill>
            <a:srgbClr val="47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网关层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0487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Nginx 反向代理 · Let's Encrypt SSL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静态资源服务 · /api 转发 · 50MB 上传限制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90672"/>
            <a:ext cx="2194560" cy="36576"/>
          </a:xfrm>
          <a:prstGeom prst="rect">
            <a:avLst/>
          </a:prstGeom>
          <a:solidFill>
            <a:srgbClr val="47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163824"/>
            <a:ext cx="2194560" cy="685800"/>
          </a:xfrm>
          <a:prstGeom prst="rect">
            <a:avLst/>
          </a:prstGeom>
          <a:solidFill>
            <a:srgbClr val="0D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应用层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09544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Spring Boot REST API · Spring Security Filter Chain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统一 ApiResponse · GlobalExceptionHandler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95344"/>
            <a:ext cx="2194560" cy="36576"/>
          </a:xfrm>
          <a:prstGeom prst="rect">
            <a:avLst/>
          </a:prstGeom>
          <a:solidFill>
            <a:srgbClr val="0D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68496"/>
            <a:ext cx="219456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业务层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014216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邮件收发 · IMAP 同步 · 智能分析编排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联系人 · 附件 · 推送事件 · 邮箱账号管理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00016"/>
            <a:ext cx="2194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773168"/>
            <a:ext cx="219456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81888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MySQL 14 表 MyBatis-Plus · Redis 缓存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MinIO / 本地存储 · Flyway 版本迁移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504688"/>
            <a:ext cx="21945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577840"/>
            <a:ext cx="2194560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AI 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6235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Python Native Plugin (.so) · JNI Bridge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垃圾检测 · 优先级 · 风险识别 · 2s 熔断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Microsoft YaHei"/>
              </a:defRPr>
            </a:pPr>
            <a:r>
              <a:t>核心功能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Core Features — 四大功能模块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743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74320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📧 邮件收发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多邮箱账号绑定（SMTP + IMAP 独立配置）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1518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SSL/TLS 全兼容主流平台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443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文件夹同步 + 实时未读计数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7355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搜索 / 筛选 / 分页 / 草稿 / 删除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0273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附件上传下载（MinIO + 本地双模式）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554480"/>
            <a:ext cx="2743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554480"/>
            <a:ext cx="274320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🤖 智能分析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2860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垃圾邮件自动识别（关键词 + 链接分析）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1518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优先级智能分级（紧急词 / 发件人权重）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9443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风险检测（IP URL / 钓鱼域名 / 短链接）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27355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Python 插件 ABI，2s 超时熔断降级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60273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分析结果可视化 + 风险推送通知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554480"/>
            <a:ext cx="2743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554480"/>
            <a:ext cx="274320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🔒 安全体系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2860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JWT 双 Token 机制 + BCrypt 密码哈希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1518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登录限流 (5次/分钟) + 审计日志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9443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API 异常脱敏，不泄露内部错误详情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27355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显式 CORS + user_id 级联数据隔离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60273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JWT Secret 启动校验 + 密码环境变量注入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1554480"/>
            <a:ext cx="2743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1554480"/>
            <a:ext cx="2743200" cy="548640"/>
          </a:xfrm>
          <a:prstGeom prst="rect">
            <a:avLst/>
          </a:prstGeom>
          <a:solidFill>
            <a:srgbClr val="0D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👥 用户管理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2860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注册 / 登录 / Token 刷新 / 退出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61518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多租户邮箱隔离（同地址不同用户互不影响）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9443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联系人 CRUD + 自动补全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27355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Dark Mode 主题切换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360273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MySQL 持久化，重启不丢数据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Microsoft YaHei"/>
              </a:defRPr>
            </a:pPr>
            <a:r>
              <a:t>智能邮件分析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AI-Powered Analysis Pipeline — 插件化 AI 引擎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201168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  <a:p>
            <a:r>
              <a:t>邮件入库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737360"/>
            <a:ext cx="2011680" cy="914400"/>
          </a:xfrm>
          <a:prstGeom prst="rect">
            <a:avLst/>
          </a:prstGeom>
          <a:solidFill>
            <a:srgbClr val="0D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  <a:p>
            <a:r>
              <a:t>分析入队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737360"/>
            <a:ext cx="2011680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  <a:p>
            <a:r>
              <a:t>Python 插件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737360"/>
            <a:ext cx="201168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  <a:p>
            <a:r>
              <a:t>结果写回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24160" y="1737360"/>
            <a:ext cx="201168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  <a:p>
            <a:r>
              <a:t>推送通知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三大分析维度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474720"/>
            <a:ext cx="3474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74720"/>
            <a:ext cx="34747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垃圾检测 (Spam)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关键词匹配(中奖/免费/贷款)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2511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发件人信誉评估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8114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文本特征向量化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3717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标签: normal / spam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3474720"/>
            <a:ext cx="3474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3474720"/>
            <a:ext cx="347472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优先级 (Priority)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4069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紧急关键词(审批/故障/合同)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39" y="432511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时间敏感度分析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39" y="458114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历史交互频率加权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39" y="483717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标签: high / normal / 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474720"/>
            <a:ext cx="3474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3474720"/>
            <a:ext cx="347472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风险检测 (Risk)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069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URL IP 地址检测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32511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短链接展开检查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58114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敏感词(login/pay/verify)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83717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• 等级: none→critical 五级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🔌 插件接口: analyze_email_json(request_json: str) → str  |  超时: 2s  |  降级: 规则引擎 fallback  |  版本管理: 可回溯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Database Schema — MySQL 8.0 + utf8mb4 + 14 张表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icrosoft YaHei"/>
              </a:defRPr>
            </a:pPr>
            <a:r>
              <a:t>▎用户与权限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2880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sys_user  |  sys_role  |  sys_user_role  |  login_audit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icrosoft YaHei"/>
              </a:defRPr>
            </a:pPr>
            <a:r>
              <a:t>▎邮件核心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214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mail_account  |  mail_folder  |  mail_message  |  mail_recipient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1401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icrosoft YaHei"/>
              </a:defRPr>
            </a:pPr>
            <a:r>
              <a:t>▎附件管理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414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mail_attachment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066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icrosoft YaHei"/>
              </a:defRPr>
            </a:pPr>
            <a:r>
              <a:t>▎智能分析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7066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mail_intelligence_result  |  mail_threat_indicator  |  mail_push_event  |  intelligence_plugin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992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icrosoft YaHei"/>
              </a:defRPr>
            </a:pPr>
            <a:r>
              <a:t>▎联系人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9992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contact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设计规范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2860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✓ 主键统一 BIGINT AUTO_INCREMENT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3288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✓ 软删除统一 deleted TINYINT @TableLogic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77977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✓ 邮件去重: account_id + message_uid 唯一键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02666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✓ 收件人类型: to / cc / bcc 三态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2735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✓ 存储双模式: local / minio 可切换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5204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✓ 分析结果独立存储，支持版本回溯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7673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✓ 推送事件按 user_id + read_flag 索引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840480"/>
            <a:ext cx="10515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7763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核心表关系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4340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  sys_user ──→ mail_account ──→ mail_folder ──→ mail_message ──→ mail_recipient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811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  mail_message ──→ mail_attachment (多附件)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18888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  mail_message ──→ mail_intelligence_result (1:1) ──→ mail_threat_indicator (1:N)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5663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  mail_intelligence_result ──→ mail_push_event (高风险推送)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94376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  intelligence_plugin ──→ mail_intelligence_result (版本追溯)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53212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  contact 独立维护，按 user_id 隔离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Microsoft YaHei"/>
              </a:defRPr>
            </a:pPr>
            <a:r>
              <a:t>安全加固实战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Security Hardening — 发现并修复 15 项安全漏洞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743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74320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🔐 认证安全 (已修复 5 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✓ SecurityUtils 未认证不再返回硬编码 admin → 抛异常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963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✓ 移除 UserRegistryService 硬编码默认密码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9806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✓ JWT Secret 启动时校验 ≥16 字节，拒绝占位符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9981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✓ refresh token 真正校验，不再忽略请求体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015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✓ 全局异常处理不再向客户端泄露 e.getMessage()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554480"/>
            <a:ext cx="2743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554480"/>
            <a:ext cx="274320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🛡 接口防护 (已修复 4 项)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945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✓ 新增 RateLimitFilter: 5次/分钟登录限流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4963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✓ 显式 CORS 配置替代 Spring Security 默认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79806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✓ 添加文件上传大小限制 (10MB/50MB)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09981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✓ 参数校验 @Valid + 统一异常处理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554480"/>
            <a:ext cx="2743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554480"/>
            <a:ext cx="274320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🗄 数据安全 (已修复 3 项)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1945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✓ 用户数据 MySQL 持久化，重启不丢失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4963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✓ 邮箱唯一性改为 user_id 隔离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79806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✓ 软删除 @TableLogic 自动过滤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1554480"/>
            <a:ext cx="2743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98280" y="1554480"/>
            <a:ext cx="27432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⚙️ 配置安全 (已修复 3 项)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1945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✓ 密码通过环境变量注入，不提交到 Git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4963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✓ Docker 镜像版本固定，不再 latest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79806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✓ JWT_SECRET 部署时自动生成临时密钥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Microsoft YaHei"/>
              </a:defRPr>
            </a:pPr>
            <a:r>
              <a:t>部署方案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Deployment — Docker Compose + Nginx + Let's Encrypt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17373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173736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nginx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Nginx</a:t>
            </a:r>
            <a:br/>
            <a:r>
              <a:t>Alpine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反向代理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SSL 终端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:80/443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737360"/>
            <a:ext cx="17373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1737360"/>
            <a:ext cx="1737360" cy="502920"/>
          </a:xfrm>
          <a:prstGeom prst="rect">
            <a:avLst/>
          </a:prstGeom>
          <a:solidFill>
            <a:srgbClr val="0D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3317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Spring Boot</a:t>
            </a:r>
            <a:br/>
            <a:r>
              <a:t>Java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8346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REST API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业务逻辑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74903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:8080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737360"/>
            <a:ext cx="17373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737360"/>
            <a:ext cx="17373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mysql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317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MySQL 8.4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8346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业务数据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utf8mb4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74903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:3306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737360"/>
            <a:ext cx="17373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737360"/>
            <a:ext cx="173736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redis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3317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Redis 7.4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8346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缓存/Token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黑名单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74903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:6379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1737360"/>
            <a:ext cx="17373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1737360"/>
            <a:ext cx="173736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minio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3317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MinIO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8346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对象存储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附件管理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74903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:9000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0" y="1737360"/>
            <a:ext cx="17373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58400" y="1737360"/>
            <a:ext cx="173736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mailpit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3317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Mailpit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28346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SMTP 测试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邮件预览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374903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:1025/8025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54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线上环境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120640"/>
            <a:ext cx="105156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5120640"/>
            <a:ext cx="45720" cy="1280160"/>
          </a:xfrm>
          <a:prstGeom prst="rect">
            <a:avLst/>
          </a:prstGeom>
          <a:solidFill>
            <a:srgbClr val="0D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21208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https://panel.x12w.com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577840"/>
            <a:ext cx="10012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服务器: Debian 12 · 一键部署脚本 scripts/deploy.sh · 支持 build / start / stop / restart / status / logs / update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815584"/>
            <a:ext cx="10012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SSL: Let's Encrypt 自动续期 (cron: 每天 3AM) · Nginx 反向代理 · 前端 SPA + /api 代理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6053328"/>
            <a:ext cx="10012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▸ 配置管理: .env 环境变量注入 · JWT_SECRET 自动生成 · 全部密码通过 env 传入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Microsoft YaHei"/>
              </a:defRPr>
            </a:pPr>
            <a:r>
              <a:t>项目数据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Project Statistics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24688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563EB"/>
                </a:solidFill>
                <a:latin typeface="Microsoft YaHei"/>
              </a:defRPr>
            </a:pPr>
            <a: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Java 后端类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737360"/>
            <a:ext cx="24688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9202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D948B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前端源文件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737360"/>
            <a:ext cx="24688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  <a:latin typeface="Microsoft YaHei"/>
              </a:defRPr>
            </a:pPr>
            <a:r>
              <a:t>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Git 提交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737360"/>
            <a:ext cx="24688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9202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数据库表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490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技术栈总览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1605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Vue 3 · TypeScript · Vite · Pinia · Vue Router · Element Plus · Axios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531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icrosoft YaHei"/>
              </a:defRPr>
            </a:pPr>
            <a:r>
              <a:t>后端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4531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Spring Boot 3 · Spring Security · JWT · MyBatis-Plus · Jakarta Mail · Flyway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457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icrosoft YaHei"/>
              </a:defRPr>
            </a:pPr>
            <a:r>
              <a:t>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74573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MySQL 8.0 · Redis 7 · MinIO · Flyway 迁移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383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icrosoft YaHei"/>
              </a:defRPr>
            </a:pPr>
            <a:r>
              <a:t>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03834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Python 3 · Native Plugin (.so) · JNI Bridge · 规则引擎 Fallback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309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icrosoft YaHei"/>
              </a:defRPr>
            </a:pPr>
            <a:r>
              <a:t>测试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330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Mailpit (SMTP/IMAP) · JUnit · pytest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23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Microsoft YaHei"/>
              </a:defRPr>
            </a:pPr>
            <a:r>
              <a:t>部署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6235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Docker · Docker Compose · Nginx · Let's Encrypt · Debian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Microsoft YaHei"/>
              </a:defRPr>
            </a:pPr>
            <a:r>
              <a:t>技术亮点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Technical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743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7432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真实邮件收发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非 Mock 演示 — Jakarta Mail 实现 SMTP 发信 + IMAP 收信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328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SSL/TLS 自适应 (465=SSL, 587=STARTTLS)，兼容主流平台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1693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发信通过 Resend SMTP 送达 Gmail，收信通过 IMAP 同步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554480"/>
            <a:ext cx="2743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554480"/>
            <a:ext cx="274320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插件化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488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Python 原生动态库由 Java JNI 加载，2s 超时熔断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328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稳定 ABI: analyze_email_json(json) → json，可热替换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91693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降级策略: 插件不可用时自动 fallback 到 Java 规则引擎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2743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274320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安全深度防御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488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代码审查发现 15 项安全漏洞并全部修复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328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JWT 校验 · 限流 · 脱敏 · CORS · BCrypt · 审计日志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91693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生产密码环境变量注入，无任何硬编码密钥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554480"/>
            <a:ext cx="2743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554480"/>
            <a:ext cx="2743200" cy="457200"/>
          </a:xfrm>
          <a:prstGeom prst="rect">
            <a:avLst/>
          </a:prstGeom>
          <a:solidFill>
            <a:srgbClr val="0D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生产可部署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1488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Docker Compose 一键启动 7 个服务 + 健康检查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5328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Nginx + Let's Encrypt HTTPS 自动续期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91693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▸ ./scripts/deploy.sh 提供 build/start/stop/status/logs/update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663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📋 迭代历程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29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✅ Phase 1-2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257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基础框架 + 认证权限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029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✅ Phase 3-4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257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SMTP 发信 + IMAP 收信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5029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✅ Phase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5257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安全加固 (15 项修复)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029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✅ Phase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257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智能分析 + 前端重构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5029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✅ Phase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5257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Docker 部署 + SSL + deploy.sh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5029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🔄 Phase 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5257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docker-mailserver 独立收信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Microsoft YaHei"/>
              </a:defRPr>
            </a:pPr>
            <a:r>
              <a:t>🎯 项目成果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YaHei"/>
              </a:defRPr>
            </a:pPr>
            <a:r>
              <a:t>✓ 从零构建全栈邮件系统，实现 SMTP/IMAP 真实收发闭环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YaHei"/>
              </a:defRPr>
            </a:pPr>
            <a:r>
              <a:t>✓ 集成 AI 智能分析管线，3 维度评估每封邮件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YaHei"/>
              </a:defRPr>
            </a:pPr>
            <a:r>
              <a:t>✓ 数据库 14 张表完整设计，支持多租户隔离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YaHei"/>
              </a:defRPr>
            </a:pPr>
            <a:r>
              <a:t>✓ 修复 15 项安全漏洞，建立纵深防御体系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YaHei"/>
              </a:defRPr>
            </a:pPr>
            <a:r>
              <a:t>✓ Docker Compose 一键部署，线上稳定运行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YaHei"/>
              </a:defRPr>
            </a:pPr>
            <a:r>
              <a:t>✓ Git 50+ 提交，完整的工程化迭代记录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B"/>
                </a:solidFill>
                <a:latin typeface="Microsoft YaHei"/>
              </a:defRPr>
            </a:pPr>
            <a:r>
              <a:t>🚀 未来方向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YaHei"/>
              </a:defRPr>
            </a:pPr>
            <a:r>
              <a:t>→ 深度学习模型升级 (ONNX Runtime)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YaHei"/>
              </a:defRPr>
            </a:pPr>
            <a:r>
              <a:t>→ WebSocket 实时推送 + 桌面通知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YaHei"/>
              </a:defRPr>
            </a:pPr>
            <a:r>
              <a:t>→ 邮件全文搜索 (Elasticsearch)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YaHei"/>
              </a:defRPr>
            </a:pPr>
            <a:r>
              <a:t>→ Kubernetes Helm Chart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17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YaHei"/>
              </a:defRPr>
            </a:pPr>
            <a:r>
              <a:t>→ 邮件规则引擎 + 自动归档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37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YaHei"/>
              </a:defRPr>
            </a:pPr>
            <a:r>
              <a:t>→ 多因素认证 (MFA)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576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YaHei"/>
              </a:defRPr>
            </a:pPr>
            <a:r>
              <a:t>→ 独立 IMAP 服务器 (docker-mailserver)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77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Microsoft YaHei"/>
              </a:defRPr>
            </a:pPr>
            <a:r>
              <a:t>→ 性能压测与大规模并发优化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D948B"/>
                </a:solidFill>
                <a:latin typeface="Microsoft YaHei"/>
              </a:defRPr>
            </a:pPr>
            <a:r>
              <a:t>线上地址: https://panel.x12w.com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GitHub: github.com/x12w/email-system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感谢聆听  ·  欢迎提问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